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company is invented; every market statistic is public and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answer, then the four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Internet users = population × share using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Room to grow: Vietnam and Thailand are already mostly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2025 Vietnam edges ahead (18.1k vs 17.7k); the two remain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rough proxy (assumption 2), used only to rank, not to size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Indonesia test fails, Vietnam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Thailand is richest per person but has the smallest online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statistics rank markets; they do not tell us whether this product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both markets at once also confirms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Actions: approve test budget; set payback target; legal check; go/no-go after six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series from World Bank WDI, last updated 2026-07-13.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not change the ranking: on 2023 data the Philippines would have about 89M users, still well below Indonesia.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Which Southeast Asian market first?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000" b="0" lang="en-US">
                <a:latin typeface="+mn-lt"/>
                <a:ea typeface="+mn-ea"/>
                <a:cs typeface="+mn-cs"/>
              </a:rPr>
              <a:t>Market-entry recommendation · hypothetical company, real World Bank data</a:t>
            </a:r>
          </a:p>
          <a:p>
            <a:pPr>
              <a:spcBef>
                <a:spcPts val="840"/>
              </a:spcBef>
              <a:buNone/>
            </a:pPr>
            <a:r>
              <a:rPr sz="1400" b="0" lang="en-US">
                <a:latin typeface="+mn-lt"/>
                <a:ea typeface="+mn-ea"/>
                <a:cs typeface="+mn-cs"/>
              </a:rPr>
              <a:t>Head of Growth (hypothetical company) · 2026-10-04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Launch in Indonesia first, and let a six-week paid test confirm it before full spend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5" name="sw:body"/>
          <p:cNvSpPr txBox="1"/>
          <p:nvPr/>
        </p:nvSpPr>
        <p:spPr>
          <a:xfrm>
            <a:off x="1412240" y="1691640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Indonesia is the largest reachable market: 206M internet users, 2.4 times Vietnam's</a:t>
            </a:r>
          </a:p>
        </p:txBody>
      </p:sp>
      <p:sp>
        <p:nvSpPr>
          <p:cNvPr id="6" name="sw:number"/>
          <p:cNvSpPr txBox="1"/>
          <p:nvPr/>
        </p:nvSpPr>
        <p:spPr>
          <a:xfrm>
            <a:off x="457200" y="1691640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770505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2861945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Adjusted for income, Indonesia's online market is at least twice that of any other candidate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2861945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94081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4032250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Vietnam is the best backup: the fastest-growing economy, but under half Indonesia's online audience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4032250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5111115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5202555"/>
            <a:ext cx="103225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Whether we can win is unproven in every market, so a six-week paid test should gate the full launch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5202555"/>
            <a:ext cx="772160" cy="987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00" b="0" lang="en-US">
                <a:solidFill>
                  <a:srgbClr val="1F5AA6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Indonesia has 206M internet users, 2.4 times Vietnam's and over 3 times Thailand's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Reach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internet users by country, 2024, millions (Indonesia highlighted)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Population 2024: Indonesia 283.5M, Vietnam 101.0M, Philippines 115.8M, Thailand 71.7M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 Individuals using the internet, % of population, 2024: Indonesia 72.8, Vietnam 84.2, Philippines 67.3, Thailand 90.9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Internet users 2024: Indonesia 206.3M, Vietnam 85.0M, Philippines 77.9M, Thailand 65.1M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E4 Indonesia's internet users vs others: 2.43× Vietnam, 2.65× Philippines, 3.17× Thailand [CALC]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Indonesia also added the most users since 2019 (+76M) and still has 77M people offline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Reach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stacked bar — population online vs offline by country, 2024, millions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E5 Internet users 2019: Indonesia 130.0M, Vietnam 66.7M, Philippines 47.7M, Thailand 47.7M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E6 Internet users added 2019-2024: Indonesia +76.4M, Philippines +30.2M, Vietnam +18.3M, Thailand +17.5M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E7 Offline population 2024: Indonesia 77.2M, Philippines 37.9M, Vietnam 16.0M, Thailand 6.5M [CALC]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Income per person in Indonesia matches Vietnam's and trails only Thailand's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pay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GDP per capita, PPP, 2024, current international $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GDP per capita, PPP, current international $: 2024 Thailand 24,909, Indonesia 16,472, Vietnam 16,388, Philippines 11,814… [SRC 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Adjusted for income, Indonesia's online market is at least twice that of any other candidate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pay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internet users × GDP per capita (PPP), 2024, international $ trillion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E9 Online purchasing-power proxy 2024 (internet users × GDP per capita PPP), international $ trillion: Indonesia 3.40, Thailand 1.62, Vietnam 1.39…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E10 Indonesia's proxy vs others: 2.10× Thailand, 2.45× Vietnam, 3.70× Philippines [CALC]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Vietnam is the best backup: the fastest-growing economy, but under half Indonesia's online audience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Alternatives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highlight table — GDP growth 2025, average GDP growth 2021-2025, income growth 2019-2025, internet users 2024, by country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table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Real GDP growth 2025: Vietnam 8.0%, Indonesia 5.1%, Philippines 4.4%, Thailand 2.4%… [SRC 4]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E12 GDP per capita PPP growth 2019-2025: Vietnam +64%, Indonesia +47%, Philippines +41%, Thailand +31%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E13 Vietnam's internet users as share of Indonesia's: 41% [CALC]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Thailand is small and slow-growing, and the Philippines has the lowest income of the four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Alternatives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two columns — Thailand (fewest internet users, slowest growth) vs Philippines (lowest income per person)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two_column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Internet users 2024: Indonesia 206.3M, Vietnam 85.0M, Philippines 77.9M, Thailand 65.1M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GDP per capita, PPP, current international $: 2024 Thailand 24,909, Indonesia 16,472, Vietnam 16,388, Philippines 11,814… [SRC 3]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Real GDP growth 2025: Vietnam 8.0%, Indonesia 5.1%, Philippines 4.4%, Thailand 2.4%… [SRC 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We cannot yet say if we can win: app spending, competition and acquisition cost are unknown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win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question × what we know × what is missing, for Indonesia and Vietnam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table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consumer spending on education / language-learning apps by country, US$, latest year, from an app-market data provider; owner: Strategy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top 5 language-learning apps by downloads and price per country, from app-store rankings; owner: Growth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share of payments by method (card, e-wallet, carrier billing) per country, from payment-provider reports; owner: Finance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data-protection and local-entity rules for consumer apps in Indonesia and Vietnam; owner: Legal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 six-week paid test in Indonesia and Vietnam answers those questions before full spend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Ability to win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process — localize store page and onboarding → run paid ads in both markets → measure install-to-paid conversion and cost per paying subscriber → decide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test budget and full-launch budget, US$, from Finance; owner: CFO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cost per paying subscriber in Indonesia and Vietnam, US$, from the paid test; owner: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Approve the paid test now, and launch in Indonesia if acquisition cost meets our payback target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5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four actions with owner and timing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recommendations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Internet users 2024: Indonesia 206.3M, Vietnam 85.0M, Philippines 77.9M, Thailand 65.1M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E9 Online purchasing-power proxy 2024 (internet users × GDP per capita PPP), international $ trillion: Indonesia 3.40, Thailand 1.62, Vietnam 1.39…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payback target for a new market, months, from Finance; owner: CFO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Indicator table for the four markets, latest World Bank data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population, internet use %, internet users, GDP per capita PPP, GDP growth, working-age share, mobile subscriptions per 100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appendix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Population 2024: Indonesia 283.5M, Vietnam 101.0M, Philippines 115.8M, Thailand 71.7M [SRC 1]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 Individuals using the internet, % of population, 2024: Indonesia 72.8, Vietnam 84.2, Philippines 67.3, Thailand 90.9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Internet users 2024: Indonesia 206.3M, Vietnam 85.0M, Philippines 77.9M, Thailand 65.1M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GDP per capita, PPP, current international $: 2024 Thailand 24,909, Indonesia 16,472, Vietnam 16,388, Philippines 11,814… [SRC 3]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+3 more items in storyline.md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The Philippines' internet-use rate fell 10.6 points in 2024, so treat its online count with caution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897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325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line — internet use % by country, 2015-2024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appendix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E14 Philippines internet use: 77.9% (2023) → 67.3% (2024), −10.6 points; 2023 users about 89M [SRC 2]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reason for the 2024 drop in the Philippines series (method change or real), from the ITU / World Bank series notes; owner: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What">
  <a:themeElements>
    <a:clrScheme name="SoWhat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