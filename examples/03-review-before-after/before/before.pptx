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Q3 2026 board update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Sample Co. (fictional company). All figures are sample data.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100"/>
              <a:t>Q3 new ARR $1,150k vs plan $950k</a:t>
            </a:r>
          </a:p>
          <a:p>
            <a:r>
              <a:rPr sz="1100"/>
              <a:t>Ending ARR $11,050k vs plan $10,900k</a:t>
            </a:r>
          </a:p>
          <a:p>
            <a:r>
              <a:rPr sz="1100"/>
              <a:t>SMB logo churn 3.1% monthly in Q3 (Q1: 1.8%)</a:t>
            </a:r>
          </a:p>
          <a:p>
            <a:r>
              <a:rPr sz="1100"/>
              <a:t>Onboarding team still 2 specialists</a:t>
            </a:r>
          </a:p>
          <a:p>
            <a:r>
              <a:rPr sz="1100"/>
              <a:t>Proposal to change the Q4 hiring plan</a:t>
            </a:r>
          </a:p>
          <a:p>
            <a:r>
              <a:rPr sz="1100"/>
              <a:t>Cash $14.2M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Bookings performance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463040"/>
            <a:ext cx="9418320" cy="52978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 ARR bridge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554480"/>
          <a:ext cx="106984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/>
                <a:gridCol w="5349240"/>
              </a:tblGrid>
              <a:tr h="274320">
                <a:tc>
                  <a:txBody>
                    <a:bodyPr/>
                    <a:lstStyle/>
                    <a:p>
                      <a:r>
                        <a:rPr sz="900"/>
                        <a:t>$k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Q3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/>
                        <a:t>Beginning ARR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10,160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/>
                        <a:t>New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1,150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/>
                        <a:t>Expansion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/>
                        <a:t>Contraction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-80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/>
                        <a:t>Churned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-480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/>
                        <a:t>Ending ARR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11,050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/>
                        <a:t>Plan ending ARR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10,900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Churn by segment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463040"/>
            <a:ext cx="9418320" cy="52978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Q4 outlook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100"/>
              <a:t>Q4 plan new ARR $1,050k</a:t>
            </a:r>
          </a:p>
          <a:p>
            <a:r>
              <a:rPr sz="1100"/>
              <a:t>Year-end ARR plan $12,000k</a:t>
            </a:r>
          </a:p>
          <a:p>
            <a:r>
              <a:rPr sz="1100"/>
              <a:t>Year-end ARR forecast: TBD</a:t>
            </a:r>
          </a:p>
          <a:p>
            <a:r>
              <a:rPr sz="1100"/>
              <a:t>Churn trend is a risk to the plan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Setup status of churned accounts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100"/>
              <a:t>61 SMB accounts churned in Q3</a:t>
            </a:r>
          </a:p>
          <a:p>
            <a:r>
              <a:rPr sz="1100"/>
              <a:t>44 had not finished setup within 30 days of signing</a:t>
            </a:r>
          </a:p>
          <a:p>
            <a:r>
              <a:rPr sz="1100"/>
              <a:t>17 had finished setup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Churn by setup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100"/>
              <a:t>Jan-Jun 2026 SMB cohort, 90-day churn</a:t>
            </a:r>
          </a:p>
          <a:p>
            <a:r>
              <a:rPr sz="1100"/>
              <a:t>Setup finished within 30 days: 4%</a:t>
            </a:r>
          </a:p>
          <a:p>
            <a:r>
              <a:rPr sz="1100"/>
              <a:t>Setup not finished: 19%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Onboarding capacity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463040"/>
            <a:ext cx="9418320" cy="529780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Proposal: hiring plan changes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000"/>
              <a:t>Convert 2 of the 4 Q4 AE requisitions into onboarding specialists</a:t>
            </a:r>
          </a:p>
          <a:p>
            <a:r>
              <a:rPr sz="1000"/>
              <a:t>AE fully loaded about $150k; onboarding specialist about $95k</a:t>
            </a:r>
          </a:p>
          <a:p>
            <a:r>
              <a:rPr sz="1000"/>
              <a:t>170 SMB accounts signed Apr-Sep have not finished setup</a:t>
            </a:r>
          </a:p>
          <a:p>
            <a:r>
              <a:rPr sz="1000"/>
              <a:t>Two support team members can transfer now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100"/>
              <a:t>2027 sales capacity</a:t>
            </a:r>
          </a:p>
          <a:p>
            <a:r>
              <a:rPr sz="1100"/>
              <a:t>Churn could keep rising</a:t>
            </a:r>
          </a:p>
          <a:p>
            <a:r>
              <a:rPr sz="1100"/>
              <a:t>Hiring timelines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100"/>
              <a:t>Discuss the hiring plan</a:t>
            </a:r>
          </a:p>
          <a:p>
            <a:r>
              <a:rPr sz="1100"/>
              <a:t>Update the forecast</a:t>
            </a:r>
          </a:p>
          <a:p>
            <a:r>
              <a:rPr sz="1100"/>
              <a:t>Review churn again in January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Cash runway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100"/>
              <a:t>Cash $14.2M at end of Q3</a:t>
            </a:r>
          </a:p>
          <a:p>
            <a:r>
              <a:rPr sz="1100"/>
              <a:t>Net burn about $650k a month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Q1-Q3 2026 metrics by quarter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554480"/>
          <a:ext cx="10698480" cy="24688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274319">
                <a:tc>
                  <a:txBody>
                    <a:bodyPr/>
                    <a:lstStyle/>
                    <a:p>
                      <a:r>
                        <a:rPr sz="800"/>
                        <a:t>$k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Q3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800"/>
                        <a:t>New ARR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1,150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800"/>
                        <a:t>Plan new ARR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950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950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800"/>
                        <a:t>Ending ARR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9,250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10,160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11,050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800"/>
                        <a:t>Plan ending ARR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9,200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10,050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10,900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800"/>
                        <a:t>Churned ARR, SMB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170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220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390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800"/>
                        <a:t>Churned ARR, mid-market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90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800"/>
                        <a:t>SMB logo churn, % a 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1.8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3.1</a:t>
                      </a:r>
                    </a:p>
                  </a:txBody>
                  <a:tcPr/>
                </a:tc>
              </a:tr>
              <a:tr h="274327">
                <a:tc>
                  <a:txBody>
                    <a:bodyPr/>
                    <a:lstStyle/>
                    <a:p>
                      <a:r>
                        <a:rPr sz="800"/>
                        <a:t>Mid-market logo churn, % a 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0.6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