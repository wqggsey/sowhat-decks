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2026 board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Co. (fictional company). All figures are sample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Q3 new ARR $1,150k vs plan $950k</a:t>
            </a:r>
          </a:p>
          <a:p>
            <a:r>
              <a:rPr sz="1200"/>
              <a:t>Ending ARR $11,050k vs plan $10,900k</a:t>
            </a:r>
          </a:p>
          <a:p>
            <a:r>
              <a:rPr sz="1200"/>
              <a:t>SMB logo churn 3.1% monthly in Q3 (Q1: 1.8%)</a:t>
            </a:r>
          </a:p>
          <a:p>
            <a:r>
              <a:rPr sz="1200"/>
              <a:t>Onboarding team still 2 specialists</a:t>
            </a:r>
          </a:p>
          <a:p>
            <a:r>
              <a:rPr sz="1200"/>
              <a:t>Proposal to change the Q4 hiring plan</a:t>
            </a:r>
          </a:p>
          <a:p>
            <a:r>
              <a:rPr sz="1200"/>
              <a:t>Cash $14.2M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  <p:sp>
        <p:nvSpPr>
          <p:cNvPr id="4" name="Source (added by deck-review)"/>
          <p:cNvSpPr txBox="1"/>
          <p:nvPr/>
        </p:nvSpPr>
        <p:spPr>
          <a:xfrm>
            <a:off x="457200" y="6473952"/>
            <a:ext cx="86865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Source: [SOURCE NEEDED]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ARR bridge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274320">
                <a:tc>
                  <a:txBody>
                    <a:bodyPr/>
                    <a:lstStyle/>
                    <a:p>
                      <a:r>
                        <a:rPr sz="1000"/>
                        <a:t>$k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Beginning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10,160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1,150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Expansion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300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Contraction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Churned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-480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11,050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00"/>
                        <a:t>Plan 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10,900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(added by deck-review)"/>
          <p:cNvSpPr txBox="1"/>
          <p:nvPr/>
        </p:nvSpPr>
        <p:spPr>
          <a:xfrm>
            <a:off x="457200" y="3794760"/>
            <a:ext cx="86865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Source: [SOURCE NEEDED]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segment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  <p:sp>
        <p:nvSpPr>
          <p:cNvPr id="4" name="Source (added by deck-review)"/>
          <p:cNvSpPr txBox="1"/>
          <p:nvPr/>
        </p:nvSpPr>
        <p:spPr>
          <a:xfrm>
            <a:off x="457200" y="6473952"/>
            <a:ext cx="86865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Source: [SOURCE NEEDED]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Q4 plan new ARR $1,050k</a:t>
            </a:r>
          </a:p>
          <a:p>
            <a:r>
              <a:rPr sz="1200"/>
              <a:t>Year-end ARR plan $12,000k</a:t>
            </a:r>
          </a:p>
          <a:p>
            <a:r>
              <a:rPr sz="1200"/>
              <a:t>Year-end ARR forecast: TBD</a:t>
            </a:r>
          </a:p>
          <a:p>
            <a:r>
              <a:rPr sz="1200"/>
              <a:t>Churn trend is a risk to the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status of churned accounts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61 SMB accounts churned in Q3</a:t>
            </a:r>
          </a:p>
          <a:p>
            <a:r>
              <a:rPr sz="1200"/>
              <a:t>44 had not finished setup within 30 days of signing</a:t>
            </a:r>
          </a:p>
          <a:p>
            <a:r>
              <a:rPr sz="1200"/>
              <a:t>17 had finished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setup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Jan-Jun 2026 SMB cohort, 90-day churn</a:t>
            </a:r>
          </a:p>
          <a:p>
            <a:r>
              <a:rPr sz="1200"/>
              <a:t>Setup finished within 30 days: 4%</a:t>
            </a:r>
          </a:p>
          <a:p>
            <a:r>
              <a:rPr sz="1200"/>
              <a:t>Setup not finished: 19%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capacity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418320" cy="5297805"/>
          </a:xfrm>
          <a:prstGeom prst="rect">
            <a:avLst/>
          </a:prstGeom>
        </p:spPr>
      </p:pic>
      <p:sp>
        <p:nvSpPr>
          <p:cNvPr id="4" name="Source (added by deck-review)"/>
          <p:cNvSpPr txBox="1"/>
          <p:nvPr/>
        </p:nvSpPr>
        <p:spPr>
          <a:xfrm>
            <a:off x="457200" y="6473952"/>
            <a:ext cx="86865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Source: [SOURCE NEEDED]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Proposal: hiring plan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Convert 2 of the 4 Q4 AE requisitions into onboarding specialists</a:t>
            </a:r>
          </a:p>
          <a:p>
            <a:r>
              <a:rPr sz="1200"/>
              <a:t>AE fully loaded about $150k; onboarding specialist about $95k</a:t>
            </a:r>
          </a:p>
          <a:p>
            <a:r>
              <a:rPr sz="1200"/>
              <a:t>170 SMB accounts signed Apr-Sep have not finished setup</a:t>
            </a:r>
          </a:p>
          <a:p>
            <a:r>
              <a:rPr sz="1200"/>
              <a:t>Two support team members can transfer now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2027 sales capacity</a:t>
            </a:r>
          </a:p>
          <a:p>
            <a:r>
              <a:rPr sz="1200"/>
              <a:t>Churn could keep rising</a:t>
            </a:r>
          </a:p>
          <a:p>
            <a:r>
              <a:rPr sz="1200"/>
              <a:t>Hiring timelines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Discuss the hiring plan</a:t>
            </a:r>
          </a:p>
          <a:p>
            <a:r>
              <a:rPr sz="1200"/>
              <a:t>Update the forecast</a:t>
            </a:r>
          </a:p>
          <a:p>
            <a:r>
              <a:rPr sz="1200"/>
              <a:t>Review churn again in January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Cash runway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200"/>
              <a:t>Cash $14.2M at end of Q3</a:t>
            </a:r>
          </a:p>
          <a:p>
            <a:r>
              <a:rPr sz="1200"/>
              <a:t>Net burn about $650k a month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Q1-Q3 2026 metrics by quarter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274319">
                <a:tc>
                  <a:txBody>
                    <a:bodyPr/>
                    <a:lstStyle/>
                    <a:p>
                      <a:r>
                        <a:rPr sz="1000"/>
                        <a:t>$k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Q3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New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1,150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Plan new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10,160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11,050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Plan ending 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10,050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10,900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Churned ARR, 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390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Churned ARR, 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90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r>
                        <a:rPr sz="1000"/>
                        <a:t>SMB logo churn, % a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3.1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r>
                        <a:rPr sz="1000"/>
                        <a:t>Mid-market logo churn, % a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/>
                        <a:t>0.6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(added by deck-review)"/>
          <p:cNvSpPr txBox="1"/>
          <p:nvPr/>
        </p:nvSpPr>
        <p:spPr>
          <a:xfrm>
            <a:off x="457200" y="4069079"/>
            <a:ext cx="868657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95959"/>
                </a:solidFill>
              </a:rPr>
              <a:t>Source: [SOURCE NEEDED]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