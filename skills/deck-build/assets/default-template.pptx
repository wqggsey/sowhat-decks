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2103120"/>
            <a:ext cx="8412480" cy="1828800"/>
          </a:xfrm>
        </p:spPr>
        <p:txBody>
          <a:bodyPr lIns="0" tIns="0" rIns="0" bIns="0" anchor="b" wrap="square">
            <a:noAutofit/>
          </a:bodyPr>
          <a:lstStyle>
            <a:lvl1pPr algn="l" marL="0" indent="0">
              <a:lnSpc>
                <a:spcPct val="90000"/>
              </a:lnSpc>
              <a:spcBef>
                <a:spcPts val="0"/>
              </a:spcBef>
              <a:buNone/>
              <a:defRPr sz="4000" b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4160520"/>
            <a:ext cx="8412480" cy="1188720"/>
          </a:xfrm>
        </p:spPr>
        <p:txBody>
          <a:bodyPr lIns="0" tIns="0" rIns="0" bIns="0" anchor="t" wrap="square">
            <a:no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67280" y="2194560"/>
            <a:ext cx="9367520" cy="1463040"/>
          </a:xfrm>
        </p:spPr>
        <p:txBody>
          <a:bodyPr anchor="b" lIns="0" tIns="0" rIns="0" bIns="0" wrap="square">
            <a:noAutofit/>
          </a:bodyPr>
          <a:lstStyle>
            <a:lvl1pPr algn="l" marL="0" indent="0">
              <a:lnSpc>
                <a:spcPct val="90000"/>
              </a:lnSpc>
              <a:spcBef>
                <a:spcPts val="0"/>
              </a:spcBef>
              <a:buNone/>
              <a:defRPr sz="3600" b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67280" y="3840480"/>
            <a:ext cx="9367520" cy="1097280"/>
          </a:xfrm>
        </p:spPr>
        <p:txBody>
          <a:bodyPr anchor="t" lIns="0" tIns="0" rIns="0" bIns="0" wrap="square">
            <a:no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02920"/>
            <a:ext cx="11277600" cy="914400"/>
          </a:xfrm>
          <a:prstGeom prst="rect">
            <a:avLst/>
          </a:prstGeom>
        </p:spPr>
        <p:txBody>
          <a:bodyPr vert="horz" lIns="0" tIns="0" rIns="0" bIns="0" rtlCol="0" anchor="t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663440"/>
          </a:xfrm>
          <a:prstGeom prst="rect">
            <a:avLst/>
          </a:prstGeom>
        </p:spPr>
        <p:txBody>
          <a:bodyPr vert="horz" lIns="0" tIns="0" rIns="0" bIns="0" rtlCol="0" anchor="t" wrap="square">
            <a:no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5080"/>
            <a:ext cx="1828800" cy="228600"/>
          </a:xfrm>
          <a:prstGeom prst="rect">
            <a:avLst/>
          </a:prstGeom>
        </p:spPr>
        <p:txBody>
          <a:bodyPr vert="horz" lIns="0" tIns="0" rIns="0" bIns="0" rtlCol="0" anchor="b" wrap="square">
            <a:noAutofit/>
          </a:bodyPr>
          <a:lstStyle>
            <a:lvl1pPr algn="l" marL="0" indent="0">
              <a:spcBef>
                <a:spcPts val="0"/>
              </a:spcBef>
              <a:buNone/>
              <a:defRPr sz="100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67200" y="6355080"/>
            <a:ext cx="3657600" cy="228600"/>
          </a:xfrm>
          <a:prstGeom prst="rect">
            <a:avLst/>
          </a:prstGeom>
        </p:spPr>
        <p:txBody>
          <a:bodyPr vert="horz" lIns="0" tIns="0" rIns="0" bIns="0" rtlCol="0" anchor="b" wrap="square">
            <a:noAutofit/>
          </a:bodyPr>
          <a:lstStyle>
            <a:lvl1pPr algn="ctr" marL="0" indent="0">
              <a:spcBef>
                <a:spcPts val="0"/>
              </a:spcBef>
              <a:buNone/>
              <a:defRPr sz="100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20400" y="6355080"/>
            <a:ext cx="914400" cy="228600"/>
          </a:xfrm>
          <a:prstGeom prst="rect">
            <a:avLst/>
          </a:prstGeom>
        </p:spPr>
        <p:txBody>
          <a:bodyPr vert="horz" lIns="0" tIns="0" rIns="0" bIns="0" rtlCol="0" anchor="b" wrap="square">
            <a:noAutofit/>
          </a:bodyPr>
          <a:lstStyle>
            <a:lvl1pPr algn="r" marL="0" indent="0">
              <a:spcBef>
                <a:spcPts val="0"/>
              </a:spcBef>
              <a:buNone/>
              <a:defRPr sz="100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l" marL="0" indent="0">
        <a:lnSpc>
          <a:spcPct val="90000"/>
        </a:lnSpc>
        <a:spcBef>
          <a:spcPts val="0"/>
        </a:spcBef>
        <a:buNone/>
        <a:defRPr sz="2800" b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marL="201168" indent="-201168">
        <a:spcBef>
          <a:spcPts val="6"/>
        </a:spcBef>
        <a:buFont typeface="Arial"/>
        <a:buChar char="•"/>
        <a:defRPr sz="1600" b="0">
          <a:solidFill>
            <a:schemeClr val="tx1"/>
          </a:solidFill>
          <a:latin typeface="+mn-lt"/>
          <a:ea typeface="+mn-ea"/>
          <a:cs typeface="+mn-cs"/>
        </a:defRPr>
      </a:lvl1pPr>
      <a:lvl2pPr algn="l" marL="411480" indent="-182880">
        <a:spcBef>
          <a:spcPts val="3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2pPr>
      <a:lvl3pPr algn="l" marL="594360" indent="-182880">
        <a:spcBef>
          <a:spcPts val="3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3pPr>
      <a:lvl4pPr algn="l" marL="777240" indent="-182880">
        <a:spcBef>
          <a:spcPts val="3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4pPr>
      <a:lvl5pPr algn="l" marL="960120" indent="-182880">
        <a:spcBef>
          <a:spcPts val="3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5pPr>
      <a:lvl6pPr algn="l" marL="1143000" indent="-182880">
        <a:spcBef>
          <a:spcPts val="3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6pPr>
      <a:lvl7pPr algn="l" marL="1325880" indent="-182880">
        <a:spcBef>
          <a:spcPts val="3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7pPr>
      <a:lvl8pPr algn="l" marL="1508760" indent="-182880">
        <a:spcBef>
          <a:spcPts val="3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8pPr>
      <a:lvl9pPr algn="l" marL="1691640" indent="-182880">
        <a:spcBef>
          <a:spcPts val="3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SoWhat">
  <a:themeElements>
    <a:clrScheme name="SoWhat">
      <a:dk1>
        <a:srgbClr val="1E2329"/>
      </a:dk1>
      <a:lt1>
        <a:srgbClr val="FFFFFF"/>
      </a:lt1>
      <a:dk2>
        <a:srgbClr val="5A6472"/>
      </a:dk2>
      <a:lt2>
        <a:srgbClr val="F2F4F6"/>
      </a:lt2>
      <a:accent1>
        <a:srgbClr val="1F5AA6"/>
      </a:accent1>
      <a:accent2>
        <a:srgbClr val="8C95A1"/>
      </a:accent2>
      <a:accent3>
        <a:srgbClr val="B7BEC7"/>
      </a:accent3>
      <a:accent4>
        <a:srgbClr val="5A6472"/>
      </a:accent4>
      <a:accent5>
        <a:srgbClr val="D5DAE0"/>
      </a:accent5>
      <a:accent6>
        <a:srgbClr val="1E2329"/>
      </a:accent6>
      <a:hlink>
        <a:srgbClr val="1F5AA6"/>
      </a:hlink>
      <a:folHlink>
        <a:srgbClr val="5A6472"/>
      </a:folHlink>
    </a:clrScheme>
    <a:fontScheme name="SoWhat">
      <a:majorFont>
        <a:latin typeface="Georgia"/>
        <a:ea typeface=""/>
        <a:cs typeface=""/>
        <a:font script="Jpan" typeface="Yu Gothic"/>
        <a:font script="Hang" typeface="Malgun Gothic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Yu Gothic"/>
        <a:font script="Hang" typeface="Malgun Gothic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