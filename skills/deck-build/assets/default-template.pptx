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00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oWhat Decks">
  <a:themeElements>
    <a:clrScheme name="SoWhat Decks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 Decks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